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3" r:id="rId18"/>
    <p:sldId id="272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0B2617-7794-4E21-9F9C-A37F806DBE3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  <p14:sldId id="268"/>
            <p14:sldId id="269"/>
            <p14:sldId id="270"/>
            <p14:sldId id="271"/>
            <p14:sldId id="275"/>
            <p14:sldId id="273"/>
            <p14:sldId id="272"/>
            <p14:sldId id="274"/>
          </p14:sldIdLst>
        </p14:section>
        <p14:section name="Untitled Section" id="{3A88FF09-F2DE-4616-960F-22075844B35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03184-64B9-430E-A9BC-03BFEDB69D7F}" type="datetimeFigureOut">
              <a:rPr lang="en-IN" smtClean="0"/>
              <a:t>05-01-2026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A9499-1A68-4EFE-8DF6-38B80F49E66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89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9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9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6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29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3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4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85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88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3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3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37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49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8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9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57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6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347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Restaurant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effectLst/>
              </a:rPr>
              <a:t>Experience culinary excellence. Reserve your table and indulge in an unforgettable dining experience </a:t>
            </a:r>
            <a:r>
              <a:rPr lang="en-IN" sz="1800" dirty="0">
                <a:effectLst/>
              </a:rPr>
              <a:t>crafted with passion.</a:t>
            </a:r>
            <a:endParaRPr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Design and implement a Restaurant Booking System</a:t>
            </a:r>
          </a:p>
          <a:p>
            <a:r>
              <a:rPr dirty="0"/>
              <a:t>Allow customers to book tables, make payments, generate bills, and receive receipts</a:t>
            </a:r>
          </a:p>
          <a:p>
            <a:r>
              <a:rPr dirty="0"/>
              <a:t>Provide a simple and user-friendly 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Manage table reservations efficiently</a:t>
            </a:r>
          </a:p>
          <a:p>
            <a:r>
              <a:rPr dirty="0"/>
              <a:t>View available tables and book a table</a:t>
            </a:r>
          </a:p>
          <a:p>
            <a:r>
              <a:rPr dirty="0"/>
              <a:t>Select payment method and calculate total bill including GST</a:t>
            </a:r>
          </a:p>
          <a:p>
            <a:r>
              <a:rPr dirty="0"/>
              <a:t>Generate receipt after booking</a:t>
            </a:r>
          </a:p>
          <a:p>
            <a:r>
              <a:rPr dirty="0"/>
              <a:t>Suitable for small restaurants and academic mini projects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Table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Total tables: 5 (Table 1 to Table 5)</a:t>
            </a:r>
          </a:p>
          <a:p>
            <a:r>
              <a:rPr dirty="0"/>
              <a:t>Show available and booked tables</a:t>
            </a:r>
          </a:p>
          <a:p>
            <a:r>
              <a:rPr dirty="0"/>
              <a:t>Prevent double booking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Booking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Input customer name</a:t>
            </a:r>
          </a:p>
          <a:p>
            <a:r>
              <a:rPr dirty="0"/>
              <a:t>Select table number</a:t>
            </a:r>
          </a:p>
          <a:p>
            <a:r>
              <a:rPr dirty="0"/>
              <a:t>Generate unique booking ID</a:t>
            </a:r>
          </a:p>
          <a:p>
            <a:r>
              <a:rPr dirty="0"/>
              <a:t>Store booking details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Billing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Base amount per table: ₹500</a:t>
            </a:r>
          </a:p>
          <a:p>
            <a:r>
              <a:rPr dirty="0"/>
              <a:t>GST: 5%</a:t>
            </a:r>
          </a:p>
          <a:p>
            <a:r>
              <a:rPr dirty="0"/>
              <a:t>Automatically calculate Base Amount, GST Amount, and Total Amount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Payment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Payment methods: Cash, Card, UPI</a:t>
            </a:r>
          </a:p>
          <a:p>
            <a:r>
              <a:rPr dirty="0"/>
              <a:t>Payment status: Paid (simulation only)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Receipt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Display receipt after successful booking</a:t>
            </a:r>
          </a:p>
          <a:p>
            <a:r>
              <a:rPr dirty="0"/>
              <a:t>Include restaurant name, booking ID, customer name, table number, amounts, payment method and status</a:t>
            </a:r>
          </a:p>
          <a:p>
            <a:r>
              <a:rPr dirty="0"/>
              <a:t>Options to print or download receipt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Requirements: Booking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View all bookings</a:t>
            </a:r>
          </a:p>
          <a:p>
            <a:r>
              <a:rPr dirty="0"/>
              <a:t>Cancel booking and free table</a:t>
            </a:r>
          </a:p>
          <a:p>
            <a:r>
              <a:rPr dirty="0"/>
              <a:t>Simple admin control (no authentication)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Book Table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dirty="0"/>
          </a:p>
          <a:p>
            <a:pPr marL="457200" indent="-457200">
              <a:buFont typeface="+mj-lt"/>
              <a:buAutoNum type="arabicPeriod"/>
            </a:pPr>
            <a:r>
              <a:rPr dirty="0"/>
              <a:t>Customer name input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Table selection dropdown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Payment method selection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Bill summary display</a:t>
            </a:r>
          </a:p>
          <a:p>
            <a:pPr marL="457200" indent="-457200">
              <a:buFont typeface="+mj-lt"/>
              <a:buAutoNum type="arabicPeriod"/>
            </a:pPr>
            <a:r>
              <a:rPr dirty="0"/>
              <a:t>Confirm booking button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Receipt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Receipt card layout</a:t>
            </a:r>
          </a:p>
          <a:p>
            <a:r>
              <a:rPr dirty="0"/>
              <a:t>Print and download options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View Bookings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Booking details in table format</a:t>
            </a:r>
          </a:p>
          <a:p>
            <a:r>
              <a:rPr dirty="0"/>
              <a:t>Cancel booking option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Frontend: HTML, CSS, JavaScript</a:t>
            </a:r>
          </a:p>
          <a:p>
            <a:r>
              <a:rPr dirty="0"/>
              <a:t>Backend: Python </a:t>
            </a:r>
          </a:p>
          <a:p>
            <a:r>
              <a:rPr dirty="0"/>
              <a:t>Payment: Simulation only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Clean and simple layout</a:t>
            </a:r>
          </a:p>
          <a:p>
            <a:r>
              <a:rPr dirty="0"/>
              <a:t>Responsive design</a:t>
            </a:r>
          </a:p>
          <a:p>
            <a:r>
              <a:rPr dirty="0"/>
              <a:t>Card-based UI</a:t>
            </a:r>
          </a:p>
          <a:p>
            <a:r>
              <a:rPr dirty="0"/>
              <a:t>Color indicators: Green (Available), Red (Booked)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Validation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Mandatory customer name</a:t>
            </a:r>
          </a:p>
          <a:p>
            <a:r>
              <a:rPr dirty="0"/>
              <a:t>Prevent booking of already reserved tables</a:t>
            </a:r>
          </a:p>
          <a:p>
            <a:r>
              <a:rPr dirty="0"/>
              <a:t>Display success and error messages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A2D496-29E8-A984-05D7-2253015C9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5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Successful table booking</a:t>
            </a:r>
          </a:p>
          <a:p>
            <a:r>
              <a:rPr dirty="0"/>
              <a:t>Automatic bill calculation</a:t>
            </a:r>
          </a:p>
          <a:p>
            <a:r>
              <a:rPr dirty="0"/>
              <a:t>Receipt generation</a:t>
            </a:r>
          </a:p>
          <a:p>
            <a:r>
              <a:rPr dirty="0"/>
              <a:t>Booking management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Demonstrates use of basic programming concepts</a:t>
            </a:r>
          </a:p>
          <a:p>
            <a:r>
              <a:rPr dirty="0"/>
              <a:t>Practical understanding of real-world booking systems</a:t>
            </a:r>
          </a:p>
          <a:p>
            <a:r>
              <a:rPr dirty="0"/>
              <a:t>Ideal for academic mini project submission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EF2EC-4B14-4AE5-ED84-C477FD498B1F}"/>
              </a:ext>
            </a:extLst>
          </p:cNvPr>
          <p:cNvSpPr txBox="1"/>
          <p:nvPr/>
        </p:nvSpPr>
        <p:spPr>
          <a:xfrm>
            <a:off x="2918460" y="3032760"/>
            <a:ext cx="36804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THANK 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8346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24</TotalTime>
  <Words>357</Words>
  <Application>Microsoft Office PowerPoint</Application>
  <PresentationFormat>On-screen Show (4:3)</PresentationFormat>
  <Paragraphs>87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Damask</vt:lpstr>
      <vt:lpstr>Restaurant Booking System</vt:lpstr>
      <vt:lpstr>Project Objective</vt:lpstr>
      <vt:lpstr>Project Description</vt:lpstr>
      <vt:lpstr>Functional Requirements: Table Management</vt:lpstr>
      <vt:lpstr>Functional Requirements: Booking Module</vt:lpstr>
      <vt:lpstr>Functional Requirements: Billing Module</vt:lpstr>
      <vt:lpstr>Functional Requirements: Payment Module</vt:lpstr>
      <vt:lpstr>Functional Requirements: Receipt Generation</vt:lpstr>
      <vt:lpstr>Functional Requirements: Booking Management</vt:lpstr>
      <vt:lpstr>Book Table Page</vt:lpstr>
      <vt:lpstr>Receipt Page</vt:lpstr>
      <vt:lpstr>View Bookings Page</vt:lpstr>
      <vt:lpstr>Technologies Used</vt:lpstr>
      <vt:lpstr>User Interface Design</vt:lpstr>
      <vt:lpstr>Validation &amp; Error Handling</vt:lpstr>
      <vt:lpstr>PowerPoint Presentation</vt:lpstr>
      <vt:lpstr>Expected Output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Booking System</dc:title>
  <dc:subject/>
  <dc:creator>Kameswari Devalla</dc:creator>
  <cp:keywords/>
  <dc:description>generated using python-pptx</dc:description>
  <cp:lastModifiedBy>devallakameswari@gmail.com</cp:lastModifiedBy>
  <cp:revision>3</cp:revision>
  <dcterms:created xsi:type="dcterms:W3CDTF">2013-01-27T09:14:16Z</dcterms:created>
  <dcterms:modified xsi:type="dcterms:W3CDTF">2026-01-05T15:36:46Z</dcterms:modified>
  <cp:category/>
</cp:coreProperties>
</file>